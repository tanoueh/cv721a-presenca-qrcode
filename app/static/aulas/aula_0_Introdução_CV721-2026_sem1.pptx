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</p:sldMasterIdLst>
  <p:sldIdLst>
    <p:sldId id="256" r:id="rId2"/>
    <p:sldId id="615" r:id="rId3"/>
    <p:sldId id="616" r:id="rId4"/>
    <p:sldId id="658" r:id="rId5"/>
    <p:sldId id="271" r:id="rId6"/>
    <p:sldId id="656" r:id="rId7"/>
    <p:sldId id="657" r:id="rId8"/>
    <p:sldId id="617" r:id="rId9"/>
    <p:sldId id="655" r:id="rId10"/>
    <p:sldId id="613" r:id="rId11"/>
    <p:sldId id="298" r:id="rId12"/>
    <p:sldId id="278" r:id="rId13"/>
    <p:sldId id="299" r:id="rId14"/>
    <p:sldId id="290" r:id="rId15"/>
    <p:sldId id="280" r:id="rId16"/>
    <p:sldId id="281" r:id="rId17"/>
    <p:sldId id="61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7" d="100"/>
          <a:sy n="97" d="100"/>
        </p:scale>
        <p:origin x="1074" y="30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pPr>
              <a:defRPr/>
            </a:pPr>
            <a:fld id="{88EF7A1A-0B93-4442-A013-D1D5DA7A0106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179960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EF7A1A-0B93-4442-A013-D1D5DA7A0106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82815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0F2D15-3437-4EF1-982B-D4DA976F6811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79841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1BE031-D7F2-4960-9307-B7E3259BFF54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818418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565B21-F229-4791-BF35-CB9818B6B87F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058040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EF7A1A-0B93-4442-A013-D1D5DA7A0106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66648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EF7A1A-0B93-4442-A013-D1D5DA7A0106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230665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9D54D7-8547-4C61-9AC3-F5A766AF685C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703811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A8435E-C8B4-498E-9879-8C74F6C8508F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96544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EF7A1A-0B93-4442-A013-D1D5DA7A0106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805707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EF7A1A-0B93-4442-A013-D1D5DA7A0106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5735390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EF7A1A-0B93-4442-A013-D1D5DA7A0106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187678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EF7A1A-0B93-4442-A013-D1D5DA7A0106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97199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EF7A1A-0B93-4442-A013-D1D5DA7A0106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3842813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EF7A1A-0B93-4442-A013-D1D5DA7A0106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1283112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EF7A1A-0B93-4442-A013-D1D5DA7A0106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182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EF7A1A-0B93-4442-A013-D1D5DA7A0106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431221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88EF7A1A-0B93-4442-A013-D1D5DA7A0106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0143857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acervus.unicamp.br/index.asp?codigo_sophia=1157208" TargetMode="External"/><Relationship Id="rId2" Type="http://schemas.openxmlformats.org/officeDocument/2006/relationships/hyperlink" Target="http://acervus.unicamp.br/index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19536" y="25890"/>
            <a:ext cx="7772400" cy="1800200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pt-BR" sz="6600" dirty="0">
                <a:solidFill>
                  <a:srgbClr val="99FF66"/>
                </a:solidFill>
              </a:rPr>
              <a:t>FUNDAÇÕES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711624" y="2420888"/>
            <a:ext cx="6400800" cy="175260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pt-BR" sz="6000" dirty="0"/>
              <a:t>CV - 721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2310635" y="4149937"/>
            <a:ext cx="72027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/>
              <a:t>Prof. Paulo Albuquerque</a:t>
            </a:r>
          </a:p>
          <a:p>
            <a:pPr algn="ctr"/>
            <a:r>
              <a:rPr lang="pt-BR" sz="3200" dirty="0"/>
              <a:t>PED  - </a:t>
            </a:r>
            <a:r>
              <a:rPr lang="pt-BR" sz="3200" dirty="0" err="1"/>
              <a:t>Heloi</a:t>
            </a:r>
            <a:r>
              <a:rPr lang="pt-BR" sz="3200" dirty="0"/>
              <a:t> </a:t>
            </a:r>
            <a:r>
              <a:rPr lang="pt-BR" sz="3200" dirty="0" err="1"/>
              <a:t>Tanoue</a:t>
            </a:r>
            <a:endParaRPr lang="pt-BR" sz="3200" dirty="0"/>
          </a:p>
          <a:p>
            <a:pPr algn="ctr"/>
            <a:endParaRPr lang="pt-BR" sz="3200" dirty="0"/>
          </a:p>
        </p:txBody>
      </p:sp>
      <p:pic>
        <p:nvPicPr>
          <p:cNvPr id="5" name="Imagem 4" descr="Uma imagem contendo Diagrama&#10;&#10;Descrição gerada automaticamente">
            <a:extLst>
              <a:ext uri="{FF2B5EF4-FFF2-40B4-BE49-F238E27FC236}">
                <a16:creationId xmlns:a16="http://schemas.microsoft.com/office/drawing/2014/main" id="{C2095417-654F-43E7-A7C6-32757E52C2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8864" y="25890"/>
            <a:ext cx="643136" cy="7203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4383B7-62C7-EEAE-6653-7A3B0767A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1784" y="188640"/>
            <a:ext cx="3105943" cy="457200"/>
          </a:xfrm>
        </p:spPr>
        <p:txBody>
          <a:bodyPr>
            <a:normAutofit fontScale="90000"/>
          </a:bodyPr>
          <a:lstStyle/>
          <a:p>
            <a:r>
              <a:rPr lang="pt-BR" dirty="0"/>
              <a:t>cronograma</a:t>
            </a:r>
          </a:p>
        </p:txBody>
      </p:sp>
      <p:pic>
        <p:nvPicPr>
          <p:cNvPr id="5" name="Imagem 4" descr="Tabela&#10;&#10;O conteúdo gerado por IA pode estar incorreto.">
            <a:extLst>
              <a:ext uri="{FF2B5EF4-FFF2-40B4-BE49-F238E27FC236}">
                <a16:creationId xmlns:a16="http://schemas.microsoft.com/office/drawing/2014/main" id="{75134B5D-E2E1-3A37-0C00-CBDF4A742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464" y="764704"/>
            <a:ext cx="9001000" cy="5799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909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xto, Carta&#10;&#10;O conteúdo gerado por IA pode estar incorreto.">
            <a:extLst>
              <a:ext uri="{FF2B5EF4-FFF2-40B4-BE49-F238E27FC236}">
                <a16:creationId xmlns:a16="http://schemas.microsoft.com/office/drawing/2014/main" id="{AB26C02D-AA8D-2711-66F0-B609A7EF0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351" y="212509"/>
            <a:ext cx="7498974" cy="3864101"/>
          </a:xfrm>
          <a:prstGeom prst="rect">
            <a:avLst/>
          </a:prstGeom>
        </p:spPr>
      </p:pic>
      <p:pic>
        <p:nvPicPr>
          <p:cNvPr id="6" name="Imagem 5" descr="Interface gráfica do usuário, Texto, Aplicativo, Email&#10;&#10;O conteúdo gerado por IA pode estar incorreto.">
            <a:extLst>
              <a:ext uri="{FF2B5EF4-FFF2-40B4-BE49-F238E27FC236}">
                <a16:creationId xmlns:a16="http://schemas.microsoft.com/office/drawing/2014/main" id="{DCBBC6E7-5550-384B-F27A-D841C8AC6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7568" y="4445731"/>
            <a:ext cx="7498974" cy="217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578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27458-F9BF-01D7-F729-C5EF84005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Texto&#10;&#10;O conteúdo gerado por IA pode estar incorreto.">
            <a:extLst>
              <a:ext uri="{FF2B5EF4-FFF2-40B4-BE49-F238E27FC236}">
                <a16:creationId xmlns:a16="http://schemas.microsoft.com/office/drawing/2014/main" id="{0C974025-0803-F42B-3D91-B6854DDA2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054" y="188640"/>
            <a:ext cx="9113892" cy="1448002"/>
          </a:xfrm>
          <a:prstGeom prst="rect">
            <a:avLst/>
          </a:prstGeom>
        </p:spPr>
      </p:pic>
      <p:pic>
        <p:nvPicPr>
          <p:cNvPr id="4" name="Imagem 3" descr="Tela de celula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4E66D6DF-B841-68A7-63C5-668052435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703" y="2060848"/>
            <a:ext cx="8716594" cy="4193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271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75520" y="133797"/>
            <a:ext cx="8003232" cy="774923"/>
          </a:xfrm>
        </p:spPr>
        <p:txBody>
          <a:bodyPr/>
          <a:lstStyle/>
          <a:p>
            <a:pPr algn="ctr"/>
            <a:r>
              <a:rPr lang="pt-BR" dirty="0"/>
              <a:t>Bibliografia BÁSICA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5D2386F-21C2-4374-9FAF-FD0102F4BEF0}"/>
              </a:ext>
            </a:extLst>
          </p:cNvPr>
          <p:cNvSpPr txBox="1"/>
          <p:nvPr/>
        </p:nvSpPr>
        <p:spPr>
          <a:xfrm>
            <a:off x="277144" y="1124744"/>
            <a:ext cx="1159328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Albuquerque, P.J.R; Garcia J.R. Engenharia de Fundações. 1ª ed. Rio de Janeiro: Editora LTC-GEN, 361p. 2020. </a:t>
            </a:r>
          </a:p>
          <a:p>
            <a:pPr algn="ctr"/>
            <a:r>
              <a:rPr lang="pt-BR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http://acervus.unicamp.br/index.html</a:t>
            </a:r>
            <a:endParaRPr lang="pt-BR" sz="2400" dirty="0">
              <a:solidFill>
                <a:srgbClr val="FFFF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pt-BR" sz="24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3"/>
              </a:rPr>
              <a:t>http://acervus.unicamp.br/index.asp?codigo_sophia=1157208</a:t>
            </a:r>
            <a:endParaRPr lang="pt-BR" sz="3200" dirty="0">
              <a:solidFill>
                <a:srgbClr val="FFFF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0" name="Imagem 9" descr="Uma imagem contendo Diagrama&#10;&#10;Descrição gerada automaticamente">
            <a:extLst>
              <a:ext uri="{FF2B5EF4-FFF2-40B4-BE49-F238E27FC236}">
                <a16:creationId xmlns:a16="http://schemas.microsoft.com/office/drawing/2014/main" id="{9C432AAC-A32C-413C-AB30-A7E238DD397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8864" y="25890"/>
            <a:ext cx="643136" cy="720312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099742EC-5AAE-E48E-4C16-2D7AC3211D32}"/>
              </a:ext>
            </a:extLst>
          </p:cNvPr>
          <p:cNvSpPr/>
          <p:nvPr/>
        </p:nvSpPr>
        <p:spPr>
          <a:xfrm>
            <a:off x="2855640" y="3495024"/>
            <a:ext cx="7272808" cy="238224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rgbClr val="FFFF00"/>
                </a:solidFill>
              </a:rPr>
              <a:t>Não utilizar versão copiada !</a:t>
            </a:r>
          </a:p>
          <a:p>
            <a:pPr marL="571500" indent="-571500" algn="ctr">
              <a:buFontTx/>
              <a:buChar char="-"/>
            </a:pPr>
            <a:r>
              <a:rPr lang="pt-BR" sz="4000" dirty="0"/>
              <a:t>Desatualizada</a:t>
            </a:r>
          </a:p>
          <a:p>
            <a:pPr marL="571500" indent="-571500" algn="ctr">
              <a:buFontTx/>
              <a:buChar char="-"/>
            </a:pPr>
            <a:r>
              <a:rPr lang="pt-BR" sz="4000" dirty="0"/>
              <a:t>Direitos autorais</a:t>
            </a:r>
          </a:p>
        </p:txBody>
      </p:sp>
    </p:spTree>
    <p:extLst>
      <p:ext uri="{BB962C8B-B14F-4D97-AF65-F5344CB8AC3E}">
        <p14:creationId xmlns:p14="http://schemas.microsoft.com/office/powerpoint/2010/main" val="2529859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E148C-EB98-DDDC-9457-396E3B516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6E2574-2999-7F5F-36D9-B62EFC2EF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520" y="133797"/>
            <a:ext cx="8003232" cy="774923"/>
          </a:xfrm>
        </p:spPr>
        <p:txBody>
          <a:bodyPr/>
          <a:lstStyle/>
          <a:p>
            <a:pPr algn="ctr"/>
            <a:r>
              <a:rPr lang="pt-BR" dirty="0"/>
              <a:t>Bibliografia complementar</a:t>
            </a:r>
          </a:p>
        </p:txBody>
      </p:sp>
      <p:pic>
        <p:nvPicPr>
          <p:cNvPr id="10" name="Imagem 9" descr="Uma imagem contendo Diagrama&#10;&#10;Descrição gerada automaticamente">
            <a:extLst>
              <a:ext uri="{FF2B5EF4-FFF2-40B4-BE49-F238E27FC236}">
                <a16:creationId xmlns:a16="http://schemas.microsoft.com/office/drawing/2014/main" id="{535E3E85-92CF-CE25-D181-D631CD06D7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8864" y="25890"/>
            <a:ext cx="643136" cy="72031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C924E06-8AC3-E4DE-4792-26ACB3410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848" y="1340768"/>
            <a:ext cx="11320002" cy="439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603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3DE2C-AA5D-CBFF-FB46-D34488514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C94D9E-53C0-E6F2-5B3B-D6A26753E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512" y="487489"/>
            <a:ext cx="8003232" cy="774923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Bibliografia complementar</a:t>
            </a:r>
            <a:br>
              <a:rPr lang="pt-BR" dirty="0"/>
            </a:br>
            <a:r>
              <a:rPr lang="pt-BR" dirty="0"/>
              <a:t>machine learning</a:t>
            </a:r>
          </a:p>
        </p:txBody>
      </p:sp>
      <p:pic>
        <p:nvPicPr>
          <p:cNvPr id="10" name="Imagem 9" descr="Uma imagem contendo Diagrama&#10;&#10;Descrição gerada automaticamente">
            <a:extLst>
              <a:ext uri="{FF2B5EF4-FFF2-40B4-BE49-F238E27FC236}">
                <a16:creationId xmlns:a16="http://schemas.microsoft.com/office/drawing/2014/main" id="{9C64DC31-D8BC-FD1A-E6B2-C9D4CDCC16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8864" y="25890"/>
            <a:ext cx="643136" cy="720312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1E148B70-9F11-2471-470E-54BD15E18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96" y="2564904"/>
            <a:ext cx="12098607" cy="2188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378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omo criar um Kahoot | Guia prático - Canaltech">
            <a:extLst>
              <a:ext uri="{FF2B5EF4-FFF2-40B4-BE49-F238E27FC236}">
                <a16:creationId xmlns:a16="http://schemas.microsoft.com/office/drawing/2014/main" id="{2A3B1F02-5A18-8257-527D-4C796CDCC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9696" y="2636912"/>
            <a:ext cx="5254441" cy="2952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047E3E93-A915-EFDE-A1E3-FD848B286CA1}"/>
              </a:ext>
            </a:extLst>
          </p:cNvPr>
          <p:cNvSpPr txBox="1"/>
          <p:nvPr/>
        </p:nvSpPr>
        <p:spPr>
          <a:xfrm>
            <a:off x="4537416" y="945594"/>
            <a:ext cx="28989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APP - KAHOOT</a:t>
            </a:r>
          </a:p>
        </p:txBody>
      </p:sp>
    </p:spTree>
    <p:extLst>
      <p:ext uri="{BB962C8B-B14F-4D97-AF65-F5344CB8AC3E}">
        <p14:creationId xmlns:p14="http://schemas.microsoft.com/office/powerpoint/2010/main" val="1128045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8B58ACD-61A6-7575-6660-C870B2B2CE2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7" t="19009" r="24562" b="10452"/>
          <a:stretch/>
        </p:blipFill>
        <p:spPr>
          <a:xfrm>
            <a:off x="263352" y="357336"/>
            <a:ext cx="9002663" cy="4961874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C4390E1-879C-1192-F645-F8601C49466D}"/>
              </a:ext>
            </a:extLst>
          </p:cNvPr>
          <p:cNvSpPr txBox="1"/>
          <p:nvPr/>
        </p:nvSpPr>
        <p:spPr>
          <a:xfrm>
            <a:off x="5735960" y="515236"/>
            <a:ext cx="2056845" cy="5847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Frete grátis</a:t>
            </a:r>
          </a:p>
        </p:txBody>
      </p:sp>
      <p:pic>
        <p:nvPicPr>
          <p:cNvPr id="9" name="Imagem 8" descr="Texto, Carta&#10;&#10;O conteúdo gerado por IA pode estar incorreto.">
            <a:extLst>
              <a:ext uri="{FF2B5EF4-FFF2-40B4-BE49-F238E27FC236}">
                <a16:creationId xmlns:a16="http://schemas.microsoft.com/office/drawing/2014/main" id="{255EDAAF-701D-F374-273C-1F67037E97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0021" y="908720"/>
            <a:ext cx="3361979" cy="4202474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4178BCCE-E7FC-59AE-6E67-6FB570C77AE6}"/>
              </a:ext>
            </a:extLst>
          </p:cNvPr>
          <p:cNvSpPr/>
          <p:nvPr/>
        </p:nvSpPr>
        <p:spPr>
          <a:xfrm>
            <a:off x="7248128" y="5662578"/>
            <a:ext cx="3888432" cy="75352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/>
              <a:t>CUPOM: CIVIL30</a:t>
            </a:r>
          </a:p>
        </p:txBody>
      </p:sp>
    </p:spTree>
    <p:extLst>
      <p:ext uri="{BB962C8B-B14F-4D97-AF65-F5344CB8AC3E}">
        <p14:creationId xmlns:p14="http://schemas.microsoft.com/office/powerpoint/2010/main" val="4104542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79250821-B6A4-4756-83C0-327F60F4FC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737" y="132277"/>
            <a:ext cx="4536504" cy="6041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 descr="Uma imagem contendo Diagrama&#10;&#10;Descrição gerada automaticamente">
            <a:extLst>
              <a:ext uri="{FF2B5EF4-FFF2-40B4-BE49-F238E27FC236}">
                <a16:creationId xmlns:a16="http://schemas.microsoft.com/office/drawing/2014/main" id="{6FA032F2-7920-4339-A2FB-4FA8C3C9E63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8864" y="25890"/>
            <a:ext cx="643136" cy="72031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C159987F-BAAE-4B80-9208-F5392AA6048B}"/>
              </a:ext>
            </a:extLst>
          </p:cNvPr>
          <p:cNvSpPr txBox="1"/>
          <p:nvPr/>
        </p:nvSpPr>
        <p:spPr>
          <a:xfrm>
            <a:off x="3431704" y="6356391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E-books (Unicamp) – BASE ACERVUS</a:t>
            </a:r>
            <a:endParaRPr lang="pt-BR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387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5760" y="188641"/>
            <a:ext cx="4032448" cy="6390851"/>
          </a:xfrm>
          <a:prstGeom prst="rect">
            <a:avLst/>
          </a:prstGeom>
        </p:spPr>
      </p:pic>
      <p:pic>
        <p:nvPicPr>
          <p:cNvPr id="3" name="Imagem 2" descr="Uma imagem contendo Diagrama&#10;&#10;Descrição gerada automaticamente">
            <a:extLst>
              <a:ext uri="{FF2B5EF4-FFF2-40B4-BE49-F238E27FC236}">
                <a16:creationId xmlns:a16="http://schemas.microsoft.com/office/drawing/2014/main" id="{2A78FDE2-C12E-4D89-B1B3-0A848050D1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8864" y="25890"/>
            <a:ext cx="643136" cy="72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118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602715" y="0"/>
            <a:ext cx="4986570" cy="6858000"/>
          </a:xfrm>
          <a:prstGeom prst="rect">
            <a:avLst/>
          </a:prstGeom>
        </p:spPr>
      </p:pic>
      <p:pic>
        <p:nvPicPr>
          <p:cNvPr id="3" name="Imagem 2" descr="Uma imagem contendo Diagrama&#10;&#10;Descrição gerada automaticamente">
            <a:extLst>
              <a:ext uri="{FF2B5EF4-FFF2-40B4-BE49-F238E27FC236}">
                <a16:creationId xmlns:a16="http://schemas.microsoft.com/office/drawing/2014/main" id="{0AEEE6AD-82AA-4E03-A571-4AC88EE637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8864" y="25890"/>
            <a:ext cx="643136" cy="72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387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Resultado de imagem para BOTELHO, M. H.C. Princípios da Mecânica dos Solos e Fundações para a construção civil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760" y="116632"/>
            <a:ext cx="4320480" cy="6143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 descr="Uma imagem contendo Diagrama&#10;&#10;Descrição gerada automaticamente">
            <a:extLst>
              <a:ext uri="{FF2B5EF4-FFF2-40B4-BE49-F238E27FC236}">
                <a16:creationId xmlns:a16="http://schemas.microsoft.com/office/drawing/2014/main" id="{B0106830-C4AA-45B9-9808-FB57BAB8DB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8864" y="25890"/>
            <a:ext cx="643136" cy="72031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CD8E68E-9981-4B97-AB51-289AA44C9C1E}"/>
              </a:ext>
            </a:extLst>
          </p:cNvPr>
          <p:cNvSpPr txBox="1"/>
          <p:nvPr/>
        </p:nvSpPr>
        <p:spPr>
          <a:xfrm>
            <a:off x="3143672" y="6372036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E-books (Unicamp) – BASE ACERVUS</a:t>
            </a:r>
            <a:endParaRPr lang="pt-BR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633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ofitexto.vteximg.com.br/arquivos/ids/166432-478-478/fundacoes-teoria-e-pratica-3-ed.jpg?v=636948413858330000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15" r="13414"/>
          <a:stretch/>
        </p:blipFill>
        <p:spPr bwMode="auto">
          <a:xfrm>
            <a:off x="3791744" y="188639"/>
            <a:ext cx="4824536" cy="6593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 descr="Uma imagem contendo Diagrama&#10;&#10;Descrição gerada automaticamente">
            <a:extLst>
              <a:ext uri="{FF2B5EF4-FFF2-40B4-BE49-F238E27FC236}">
                <a16:creationId xmlns:a16="http://schemas.microsoft.com/office/drawing/2014/main" id="{DE0482CE-D14F-45AD-9C9D-15C2E0C82E0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8864" y="25890"/>
            <a:ext cx="643136" cy="72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705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3752" y="332657"/>
            <a:ext cx="4320480" cy="5941930"/>
          </a:xfrm>
          <a:prstGeom prst="rect">
            <a:avLst/>
          </a:prstGeom>
        </p:spPr>
      </p:pic>
      <p:pic>
        <p:nvPicPr>
          <p:cNvPr id="3" name="Imagem 2" descr="Uma imagem contendo Diagrama&#10;&#10;Descrição gerada automaticamente">
            <a:extLst>
              <a:ext uri="{FF2B5EF4-FFF2-40B4-BE49-F238E27FC236}">
                <a16:creationId xmlns:a16="http://schemas.microsoft.com/office/drawing/2014/main" id="{AE2A5377-DF74-4AFE-9B50-EE1E63971C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8864" y="25890"/>
            <a:ext cx="643136" cy="72031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2FB94B6D-39D1-4FF3-8A63-3FEAFFB08A20}"/>
              </a:ext>
            </a:extLst>
          </p:cNvPr>
          <p:cNvSpPr txBox="1"/>
          <p:nvPr/>
        </p:nvSpPr>
        <p:spPr>
          <a:xfrm>
            <a:off x="2975190" y="6381328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E-books (Unicamp) – BASE ACERVUS</a:t>
            </a:r>
            <a:endParaRPr lang="pt-BR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56377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9238" y="116633"/>
            <a:ext cx="4502810" cy="6192688"/>
          </a:xfrm>
          <a:prstGeom prst="rect">
            <a:avLst/>
          </a:prstGeom>
        </p:spPr>
      </p:pic>
      <p:pic>
        <p:nvPicPr>
          <p:cNvPr id="3" name="Imagem 2" descr="Uma imagem contendo Diagrama&#10;&#10;Descrição gerada automaticamente">
            <a:extLst>
              <a:ext uri="{FF2B5EF4-FFF2-40B4-BE49-F238E27FC236}">
                <a16:creationId xmlns:a16="http://schemas.microsoft.com/office/drawing/2014/main" id="{66D85F4D-863E-4457-8470-F37B42B288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8864" y="25890"/>
            <a:ext cx="643136" cy="72031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FE14E83D-A946-43D4-A4E3-39553179AE3F}"/>
              </a:ext>
            </a:extLst>
          </p:cNvPr>
          <p:cNvSpPr txBox="1"/>
          <p:nvPr/>
        </p:nvSpPr>
        <p:spPr>
          <a:xfrm>
            <a:off x="3143672" y="6372036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E-books (Unicamp) – BASE ACERVUS</a:t>
            </a:r>
            <a:endParaRPr lang="pt-BR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78989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46CFFDE-6304-4BAC-A41F-5CCE8BF5D7B2}"/>
              </a:ext>
            </a:extLst>
          </p:cNvPr>
          <p:cNvSpPr/>
          <p:nvPr/>
        </p:nvSpPr>
        <p:spPr>
          <a:xfrm>
            <a:off x="3791744" y="476672"/>
            <a:ext cx="4032448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/>
              <a:t>PRÓXIMO TÓPICO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7C724655-00E1-4D48-9E52-E7470A7143EA}"/>
              </a:ext>
            </a:extLst>
          </p:cNvPr>
          <p:cNvSpPr txBox="1">
            <a:spLocks/>
          </p:cNvSpPr>
          <p:nvPr/>
        </p:nvSpPr>
        <p:spPr>
          <a:xfrm>
            <a:off x="659396" y="2276872"/>
            <a:ext cx="10873208" cy="1872208"/>
          </a:xfrm>
          <a:prstGeom prst="rect">
            <a:avLst/>
          </a:prstGeom>
        </p:spPr>
        <p:txBody>
          <a:bodyPr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pt-BR" dirty="0">
                <a:solidFill>
                  <a:srgbClr val="FFFF00"/>
                </a:solidFill>
                <a:latin typeface="Helvetica" charset="0"/>
              </a:rPr>
              <a:t>Cap. 1 - Introdução a eng. De fundações</a:t>
            </a:r>
            <a:br>
              <a:rPr lang="pt-BR" dirty="0">
                <a:solidFill>
                  <a:srgbClr val="FFFF00"/>
                </a:solidFill>
                <a:latin typeface="Helvetica" charset="0"/>
              </a:rPr>
            </a:br>
            <a:r>
              <a:rPr lang="pt-BR" dirty="0">
                <a:solidFill>
                  <a:srgbClr val="FFFF00"/>
                </a:solidFill>
                <a:latin typeface="Helvetica" charset="0"/>
              </a:rPr>
              <a:t>cap. 2 - área de fundações</a:t>
            </a:r>
            <a:br>
              <a:rPr lang="pt-BR" dirty="0">
                <a:solidFill>
                  <a:srgbClr val="FFFF00"/>
                </a:solidFill>
                <a:latin typeface="Helvetica" charset="0"/>
              </a:rPr>
            </a:br>
            <a:r>
              <a:rPr lang="pt-BR" dirty="0">
                <a:solidFill>
                  <a:srgbClr val="FFFF00"/>
                </a:solidFill>
                <a:latin typeface="Helvetica" charset="0"/>
              </a:rPr>
              <a:t>cap. 3 - interação solo-fundações</a:t>
            </a:r>
            <a:endParaRPr lang="pt-BR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03477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1064</TotalTime>
  <Words>152</Words>
  <Application>Microsoft Office PowerPoint</Application>
  <PresentationFormat>Widescreen</PresentationFormat>
  <Paragraphs>23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Helvetica</vt:lpstr>
      <vt:lpstr>Times New Roman</vt:lpstr>
      <vt:lpstr>Celestial</vt:lpstr>
      <vt:lpstr>FUNDAÇÕES</vt:lpstr>
      <vt:lpstr>cronograma</vt:lpstr>
      <vt:lpstr>Apresentação do PowerPoint</vt:lpstr>
      <vt:lpstr>Apresentação do PowerPoint</vt:lpstr>
      <vt:lpstr>Bibliografia BÁSICA</vt:lpstr>
      <vt:lpstr>Bibliografia complementar</vt:lpstr>
      <vt:lpstr>Bibliografia complementar machine learning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Unicamp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Fundações</dc:title>
  <dc:creator>pjra</dc:creator>
  <cp:lastModifiedBy>Paulo Albuquerque</cp:lastModifiedBy>
  <cp:revision>88</cp:revision>
  <dcterms:created xsi:type="dcterms:W3CDTF">2007-08-06T11:02:14Z</dcterms:created>
  <dcterms:modified xsi:type="dcterms:W3CDTF">2026-02-28T13:18:02Z</dcterms:modified>
</cp:coreProperties>
</file>